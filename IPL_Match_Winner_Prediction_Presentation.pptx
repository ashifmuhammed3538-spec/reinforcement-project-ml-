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da girl" userId="2d9cf2659ccf4221" providerId="LiveId" clId="{8A3A48AA-8F0B-49CF-AE32-1475492C551D}"/>
    <pc:docChg chg="custSel addSld delSld modSld">
      <pc:chgData name="panda girl" userId="2d9cf2659ccf4221" providerId="LiveId" clId="{8A3A48AA-8F0B-49CF-AE32-1475492C551D}" dt="2026-01-29T08:50:19.849" v="144" actId="20577"/>
      <pc:docMkLst>
        <pc:docMk/>
      </pc:docMkLst>
      <pc:sldChg chg="modSp mod">
        <pc:chgData name="panda girl" userId="2d9cf2659ccf4221" providerId="LiveId" clId="{8A3A48AA-8F0B-49CF-AE32-1475492C551D}" dt="2026-01-29T08:42:50.419" v="38"/>
        <pc:sldMkLst>
          <pc:docMk/>
          <pc:sldMk cId="0" sldId="256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42:50.419" v="38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50:19.849" v="144" actId="20577"/>
        <pc:sldMkLst>
          <pc:docMk/>
          <pc:sldMk cId="0" sldId="257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50:19.849" v="14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50:06.358" v="138" actId="20577"/>
        <pc:sldMkLst>
          <pc:docMk/>
          <pc:sldMk cId="0" sldId="258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58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50:06.358" v="138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49:55.241" v="132" actId="20577"/>
        <pc:sldMkLst>
          <pc:docMk/>
          <pc:sldMk cId="0" sldId="259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49:55.241" v="13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49:44.452" v="124" actId="20577"/>
        <pc:sldMkLst>
          <pc:docMk/>
          <pc:sldMk cId="0" sldId="260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49:44.452" v="12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49:27.579" v="118" actId="20577"/>
        <pc:sldMkLst>
          <pc:docMk/>
          <pc:sldMk cId="0" sldId="261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49:27.579" v="11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49:05.301" v="106" actId="20577"/>
        <pc:sldMkLst>
          <pc:docMk/>
          <pc:sldMk cId="0" sldId="262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49:05.301" v="10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nda girl" userId="2d9cf2659ccf4221" providerId="LiveId" clId="{8A3A48AA-8F0B-49CF-AE32-1475492C551D}" dt="2026-01-29T08:48:57.417" v="102" actId="20577"/>
        <pc:sldMkLst>
          <pc:docMk/>
          <pc:sldMk cId="0" sldId="263"/>
        </pc:sldMkLst>
        <pc:spChg chg="mod">
          <ac:chgData name="panda girl" userId="2d9cf2659ccf4221" providerId="LiveId" clId="{8A3A48AA-8F0B-49CF-AE32-1475492C551D}" dt="2026-01-29T08:42:11.995" v="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nda girl" userId="2d9cf2659ccf4221" providerId="LiveId" clId="{8A3A48AA-8F0B-49CF-AE32-1475492C551D}" dt="2026-01-29T08:48:57.417" v="102" actId="20577"/>
          <ac:spMkLst>
            <pc:docMk/>
            <pc:sldMk cId="0" sldId="263"/>
            <ac:spMk id="3" creationId="{00000000-0000-0000-0000-000000000000}"/>
          </ac:spMkLst>
        </pc:spChg>
      </pc:sldChg>
      <pc:sldChg chg="del">
        <pc:chgData name="panda girl" userId="2d9cf2659ccf4221" providerId="LiveId" clId="{8A3A48AA-8F0B-49CF-AE32-1475492C551D}" dt="2026-01-29T08:40:01.228" v="0" actId="2696"/>
        <pc:sldMkLst>
          <pc:docMk/>
          <pc:sldMk cId="0" sldId="264"/>
        </pc:sldMkLst>
      </pc:sldChg>
      <pc:sldChg chg="addSp delSp modSp new mod">
        <pc:chgData name="panda girl" userId="2d9cf2659ccf4221" providerId="LiveId" clId="{8A3A48AA-8F0B-49CF-AE32-1475492C551D}" dt="2026-01-29T08:44:41.916" v="51" actId="1036"/>
        <pc:sldMkLst>
          <pc:docMk/>
          <pc:sldMk cId="3792146391" sldId="264"/>
        </pc:sldMkLst>
        <pc:spChg chg="del mod">
          <ac:chgData name="panda girl" userId="2d9cf2659ccf4221" providerId="LiveId" clId="{8A3A48AA-8F0B-49CF-AE32-1475492C551D}" dt="2026-01-29T08:44:31.547" v="47" actId="21"/>
          <ac:spMkLst>
            <pc:docMk/>
            <pc:sldMk cId="3792146391" sldId="264"/>
            <ac:spMk id="2" creationId="{32EE7001-2DE7-C234-693A-9429818CFA74}"/>
          </ac:spMkLst>
        </pc:spChg>
        <pc:spChg chg="del mod">
          <ac:chgData name="panda girl" userId="2d9cf2659ccf4221" providerId="LiveId" clId="{8A3A48AA-8F0B-49CF-AE32-1475492C551D}" dt="2026-01-29T08:44:29.025" v="46" actId="21"/>
          <ac:spMkLst>
            <pc:docMk/>
            <pc:sldMk cId="3792146391" sldId="264"/>
            <ac:spMk id="3" creationId="{83CF2AE4-C3E2-4683-8587-3637CDDDB2E6}"/>
          </ac:spMkLst>
        </pc:spChg>
        <pc:picChg chg="add mod modCrop">
          <ac:chgData name="panda girl" userId="2d9cf2659ccf4221" providerId="LiveId" clId="{8A3A48AA-8F0B-49CF-AE32-1475492C551D}" dt="2026-01-29T08:44:41.916" v="51" actId="1036"/>
          <ac:picMkLst>
            <pc:docMk/>
            <pc:sldMk cId="3792146391" sldId="264"/>
            <ac:picMk id="5" creationId="{45FD69F4-8110-8F76-3D95-70DCD0898DC5}"/>
          </ac:picMkLst>
        </pc:picChg>
      </pc:sldChg>
      <pc:sldChg chg="addSp delSp modSp new mod">
        <pc:chgData name="panda girl" userId="2d9cf2659ccf4221" providerId="LiveId" clId="{8A3A48AA-8F0B-49CF-AE32-1475492C551D}" dt="2026-01-29T08:45:29.932" v="59" actId="1076"/>
        <pc:sldMkLst>
          <pc:docMk/>
          <pc:sldMk cId="638703559" sldId="265"/>
        </pc:sldMkLst>
        <pc:spChg chg="del mod">
          <ac:chgData name="panda girl" userId="2d9cf2659ccf4221" providerId="LiveId" clId="{8A3A48AA-8F0B-49CF-AE32-1475492C551D}" dt="2026-01-29T08:44:50.457" v="52" actId="21"/>
          <ac:spMkLst>
            <pc:docMk/>
            <pc:sldMk cId="638703559" sldId="265"/>
            <ac:spMk id="2" creationId="{1ADE9A35-E862-4170-FAEA-65270995FCBE}"/>
          </ac:spMkLst>
        </pc:spChg>
        <pc:spChg chg="del mod">
          <ac:chgData name="panda girl" userId="2d9cf2659ccf4221" providerId="LiveId" clId="{8A3A48AA-8F0B-49CF-AE32-1475492C551D}" dt="2026-01-29T08:44:53.416" v="53" actId="21"/>
          <ac:spMkLst>
            <pc:docMk/>
            <pc:sldMk cId="638703559" sldId="265"/>
            <ac:spMk id="3" creationId="{E3CABF51-328D-2D2C-0AA5-37DED7DB7092}"/>
          </ac:spMkLst>
        </pc:spChg>
        <pc:picChg chg="add mod modCrop">
          <ac:chgData name="panda girl" userId="2d9cf2659ccf4221" providerId="LiveId" clId="{8A3A48AA-8F0B-49CF-AE32-1475492C551D}" dt="2026-01-29T08:45:29.932" v="59" actId="1076"/>
          <ac:picMkLst>
            <pc:docMk/>
            <pc:sldMk cId="638703559" sldId="265"/>
            <ac:picMk id="5" creationId="{E905AAF8-7E5D-A7B3-F701-D4D20B7E3A9D}"/>
          </ac:picMkLst>
        </pc:picChg>
      </pc:sldChg>
      <pc:sldChg chg="addSp delSp modSp new mod">
        <pc:chgData name="panda girl" userId="2d9cf2659ccf4221" providerId="LiveId" clId="{8A3A48AA-8F0B-49CF-AE32-1475492C551D}" dt="2026-01-29T08:46:16.323" v="67" actId="1076"/>
        <pc:sldMkLst>
          <pc:docMk/>
          <pc:sldMk cId="3156670361" sldId="266"/>
        </pc:sldMkLst>
        <pc:spChg chg="del mod">
          <ac:chgData name="panda girl" userId="2d9cf2659ccf4221" providerId="LiveId" clId="{8A3A48AA-8F0B-49CF-AE32-1475492C551D}" dt="2026-01-29T08:45:37.088" v="60" actId="21"/>
          <ac:spMkLst>
            <pc:docMk/>
            <pc:sldMk cId="3156670361" sldId="266"/>
            <ac:spMk id="2" creationId="{929A8B8C-C633-5AB1-4778-89952D6D56C1}"/>
          </ac:spMkLst>
        </pc:spChg>
        <pc:spChg chg="del mod">
          <ac:chgData name="panda girl" userId="2d9cf2659ccf4221" providerId="LiveId" clId="{8A3A48AA-8F0B-49CF-AE32-1475492C551D}" dt="2026-01-29T08:45:40.323" v="61" actId="21"/>
          <ac:spMkLst>
            <pc:docMk/>
            <pc:sldMk cId="3156670361" sldId="266"/>
            <ac:spMk id="3" creationId="{56C0717C-CE6C-589D-2472-31732DFE5F33}"/>
          </ac:spMkLst>
        </pc:spChg>
        <pc:picChg chg="add mod modCrop">
          <ac:chgData name="panda girl" userId="2d9cf2659ccf4221" providerId="LiveId" clId="{8A3A48AA-8F0B-49CF-AE32-1475492C551D}" dt="2026-01-29T08:46:16.323" v="67" actId="1076"/>
          <ac:picMkLst>
            <pc:docMk/>
            <pc:sldMk cId="3156670361" sldId="266"/>
            <ac:picMk id="5" creationId="{2BBA7742-2F8B-7001-53C1-0D67225452DA}"/>
          </ac:picMkLst>
        </pc:picChg>
      </pc:sldChg>
      <pc:sldChg chg="addSp delSp modSp new mod">
        <pc:chgData name="panda girl" userId="2d9cf2659ccf4221" providerId="LiveId" clId="{8A3A48AA-8F0B-49CF-AE32-1475492C551D}" dt="2026-01-29T08:47:01.416" v="75" actId="1076"/>
        <pc:sldMkLst>
          <pc:docMk/>
          <pc:sldMk cId="3222362572" sldId="267"/>
        </pc:sldMkLst>
        <pc:spChg chg="del mod">
          <ac:chgData name="panda girl" userId="2d9cf2659ccf4221" providerId="LiveId" clId="{8A3A48AA-8F0B-49CF-AE32-1475492C551D}" dt="2026-01-29T08:46:23.447" v="68" actId="21"/>
          <ac:spMkLst>
            <pc:docMk/>
            <pc:sldMk cId="3222362572" sldId="267"/>
            <ac:spMk id="2" creationId="{5765CCA5-97D6-B707-2EA2-46308F051C79}"/>
          </ac:spMkLst>
        </pc:spChg>
        <pc:spChg chg="del mod">
          <ac:chgData name="panda girl" userId="2d9cf2659ccf4221" providerId="LiveId" clId="{8A3A48AA-8F0B-49CF-AE32-1475492C551D}" dt="2026-01-29T08:46:27.401" v="69" actId="21"/>
          <ac:spMkLst>
            <pc:docMk/>
            <pc:sldMk cId="3222362572" sldId="267"/>
            <ac:spMk id="3" creationId="{EF2F4E5E-2CF0-5FAC-EBD8-55D0A190A84C}"/>
          </ac:spMkLst>
        </pc:spChg>
        <pc:picChg chg="add mod modCrop">
          <ac:chgData name="panda girl" userId="2d9cf2659ccf4221" providerId="LiveId" clId="{8A3A48AA-8F0B-49CF-AE32-1475492C551D}" dt="2026-01-29T08:47:01.416" v="75" actId="1076"/>
          <ac:picMkLst>
            <pc:docMk/>
            <pc:sldMk cId="3222362572" sldId="267"/>
            <ac:picMk id="5" creationId="{0A5C4B8A-0FDD-52F5-9F8C-BC7C6C66DBD9}"/>
          </ac:picMkLst>
        </pc:picChg>
      </pc:sldChg>
      <pc:sldChg chg="addSp delSp modSp new mod">
        <pc:chgData name="panda girl" userId="2d9cf2659ccf4221" providerId="LiveId" clId="{8A3A48AA-8F0B-49CF-AE32-1475492C551D}" dt="2026-01-29T08:47:52.119" v="87" actId="1076"/>
        <pc:sldMkLst>
          <pc:docMk/>
          <pc:sldMk cId="1026606968" sldId="268"/>
        </pc:sldMkLst>
        <pc:spChg chg="del">
          <ac:chgData name="panda girl" userId="2d9cf2659ccf4221" providerId="LiveId" clId="{8A3A48AA-8F0B-49CF-AE32-1475492C551D}" dt="2026-01-29T08:47:11.492" v="77" actId="21"/>
          <ac:spMkLst>
            <pc:docMk/>
            <pc:sldMk cId="1026606968" sldId="268"/>
            <ac:spMk id="2" creationId="{1B17030A-8213-6663-761A-92C9C9401CBE}"/>
          </ac:spMkLst>
        </pc:spChg>
        <pc:spChg chg="del">
          <ac:chgData name="panda girl" userId="2d9cf2659ccf4221" providerId="LiveId" clId="{8A3A48AA-8F0B-49CF-AE32-1475492C551D}" dt="2026-01-29T08:47:14.773" v="78" actId="21"/>
          <ac:spMkLst>
            <pc:docMk/>
            <pc:sldMk cId="1026606968" sldId="268"/>
            <ac:spMk id="3" creationId="{0E1EF415-7956-B42F-39F4-CDF56AC8FFB9}"/>
          </ac:spMkLst>
        </pc:spChg>
        <pc:picChg chg="add mod modCrop">
          <ac:chgData name="panda girl" userId="2d9cf2659ccf4221" providerId="LiveId" clId="{8A3A48AA-8F0B-49CF-AE32-1475492C551D}" dt="2026-01-29T08:47:52.119" v="87" actId="1076"/>
          <ac:picMkLst>
            <pc:docMk/>
            <pc:sldMk cId="1026606968" sldId="268"/>
            <ac:picMk id="5" creationId="{E942D4E4-6B7C-10B9-6FE8-A6A8BF1FA5CF}"/>
          </ac:picMkLst>
        </pc:picChg>
      </pc:sldChg>
      <pc:sldChg chg="addSp delSp modSp new mod">
        <pc:chgData name="panda girl" userId="2d9cf2659ccf4221" providerId="LiveId" clId="{8A3A48AA-8F0B-49CF-AE32-1475492C551D}" dt="2026-01-29T08:48:41.854" v="96" actId="1076"/>
        <pc:sldMkLst>
          <pc:docMk/>
          <pc:sldMk cId="857662232" sldId="269"/>
        </pc:sldMkLst>
        <pc:spChg chg="del">
          <ac:chgData name="panda girl" userId="2d9cf2659ccf4221" providerId="LiveId" clId="{8A3A48AA-8F0B-49CF-AE32-1475492C551D}" dt="2026-01-29T08:48:03.478" v="89" actId="21"/>
          <ac:spMkLst>
            <pc:docMk/>
            <pc:sldMk cId="857662232" sldId="269"/>
            <ac:spMk id="2" creationId="{F0A53F57-ACE7-051F-BACE-992CF0595A9B}"/>
          </ac:spMkLst>
        </pc:spChg>
        <pc:spChg chg="del">
          <ac:chgData name="panda girl" userId="2d9cf2659ccf4221" providerId="LiveId" clId="{8A3A48AA-8F0B-49CF-AE32-1475492C551D}" dt="2026-01-29T08:48:06.915" v="90" actId="21"/>
          <ac:spMkLst>
            <pc:docMk/>
            <pc:sldMk cId="857662232" sldId="269"/>
            <ac:spMk id="3" creationId="{DD792E0A-14C4-FC19-AD2B-BCB1EBF2B5E1}"/>
          </ac:spMkLst>
        </pc:spChg>
        <pc:picChg chg="add mod modCrop">
          <ac:chgData name="panda girl" userId="2d9cf2659ccf4221" providerId="LiveId" clId="{8A3A48AA-8F0B-49CF-AE32-1475492C551D}" dt="2026-01-29T08:48:41.854" v="96" actId="1076"/>
          <ac:picMkLst>
            <pc:docMk/>
            <pc:sldMk cId="857662232" sldId="269"/>
            <ac:picMk id="5" creationId="{BB123685-E278-2D05-3FCC-C0E1765A704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1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1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4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7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7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0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5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7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4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5154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57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37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24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13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6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9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FE67B5-C17D-9E56-10FC-3BBE54CF1F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29440" r="30161" b="7387"/>
          <a:stretch>
            <a:fillRect/>
          </a:stretch>
        </p:blipFill>
        <p:spPr>
          <a:xfrm>
            <a:off x="3823335" y="-1"/>
            <a:ext cx="5318283" cy="6858001"/>
          </a:xfrm>
          <a:custGeom>
            <a:avLst/>
            <a:gdLst/>
            <a:ahLst/>
            <a:cxnLst/>
            <a:rect l="l" t="t" r="r" b="b"/>
            <a:pathLst>
              <a:path w="7091044" h="6858001">
                <a:moveTo>
                  <a:pt x="405750" y="0"/>
                </a:moveTo>
                <a:lnTo>
                  <a:pt x="7091044" y="0"/>
                </a:lnTo>
                <a:lnTo>
                  <a:pt x="7091044" y="6858001"/>
                </a:lnTo>
                <a:lnTo>
                  <a:pt x="53572" y="6858001"/>
                </a:lnTo>
                <a:lnTo>
                  <a:pt x="1828991" y="4521201"/>
                </a:lnTo>
                <a:close/>
                <a:moveTo>
                  <a:pt x="0" y="0"/>
                </a:moveTo>
                <a:lnTo>
                  <a:pt x="405750" y="0"/>
                </a:lnTo>
                <a:lnTo>
                  <a:pt x="0" y="434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649" y="1678666"/>
            <a:ext cx="3842636" cy="2369093"/>
          </a:xfrm>
        </p:spPr>
        <p:txBody>
          <a:bodyPr>
            <a:normAutofit/>
          </a:bodyPr>
          <a:lstStyle/>
          <a:p>
            <a:r>
              <a:rPr lang="en-IN" sz="4200"/>
              <a:t>IPL Match Winner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1" y="4050831"/>
            <a:ext cx="3834913" cy="1096901"/>
          </a:xfrm>
        </p:spPr>
        <p:txBody>
          <a:bodyPr>
            <a:normAutofit/>
          </a:bodyPr>
          <a:lstStyle/>
          <a:p>
            <a:r>
              <a:rPr lang="en-US" sz="1400"/>
              <a:t>Machine Learning Project</a:t>
            </a:r>
          </a:p>
          <a:p>
            <a:r>
              <a:rPr lang="en-US" sz="1400"/>
              <a:t>Muhammed Ashif T| DA &amp; DS</a:t>
            </a:r>
          </a:p>
          <a:p>
            <a:r>
              <a:rPr lang="en-US" sz="1400"/>
              <a:t>Trainee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7A85E05-9D34-4977-8352-DB3956997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CDED616-E554-4DB6-9F28-08F38A64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23">
            <a:extLst>
              <a:ext uri="{FF2B5EF4-FFF2-40B4-BE49-F238E27FC236}">
                <a16:creationId xmlns:a16="http://schemas.microsoft.com/office/drawing/2014/main" id="{8CDA3497-1EDA-4EB3-9C27-4D9835D30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41F9764E-9AA0-49A3-9EA2-885EE991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6" name="Isosceles Triangle 24">
            <a:extLst>
              <a:ext uri="{FF2B5EF4-FFF2-40B4-BE49-F238E27FC236}">
                <a16:creationId xmlns:a16="http://schemas.microsoft.com/office/drawing/2014/main" id="{FA3A4F4A-4DC4-43F2-AC2D-06211A812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7" name="Rectangle 27">
            <a:extLst>
              <a:ext uri="{FF2B5EF4-FFF2-40B4-BE49-F238E27FC236}">
                <a16:creationId xmlns:a16="http://schemas.microsoft.com/office/drawing/2014/main" id="{84CFB374-B343-457A-B567-B4D784B1F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0597FEEE-1E11-4396-BB69-B43FA92F9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2DB2F81-3E68-4044-B7C2-03DEEC50D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Isosceles Triangle 29">
            <a:extLst>
              <a:ext uri="{FF2B5EF4-FFF2-40B4-BE49-F238E27FC236}">
                <a16:creationId xmlns:a16="http://schemas.microsoft.com/office/drawing/2014/main" id="{DC2F7294-2397-4C96-AB1E-E66CDEA3B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 overview</a:t>
            </a:r>
          </a:p>
          <a:p>
            <a:r>
              <a:rPr dirty="0"/>
              <a:t>Importance of match outcome prediction</a:t>
            </a:r>
          </a:p>
          <a:p>
            <a:r>
              <a:rPr dirty="0"/>
              <a:t>Machine learning approach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IPL match dataset</a:t>
            </a:r>
          </a:p>
          <a:p>
            <a:r>
              <a:rPr dirty="0"/>
              <a:t>Season, teams, toss details, venue</a:t>
            </a:r>
          </a:p>
          <a:p>
            <a:r>
              <a:rPr dirty="0"/>
              <a:t>Target variable: Winner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Removed missing values</a:t>
            </a:r>
          </a:p>
          <a:p>
            <a:r>
              <a:rPr dirty="0"/>
              <a:t>Selected relevant features</a:t>
            </a:r>
          </a:p>
          <a:p>
            <a:r>
              <a:rPr dirty="0"/>
              <a:t>Encoded categorical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Team-wise performance</a:t>
            </a:r>
          </a:p>
          <a:p>
            <a:r>
              <a:rPr dirty="0"/>
              <a:t>Toss impact analysis</a:t>
            </a:r>
          </a:p>
          <a:p>
            <a:r>
              <a:rPr dirty="0"/>
              <a:t>Venue-based match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FD69F4-8110-8F76-3D95-70DCD0898D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88" t="32644" r="47419" b="16005"/>
          <a:stretch/>
        </p:blipFill>
        <p:spPr>
          <a:xfrm>
            <a:off x="978307" y="815944"/>
            <a:ext cx="6764595" cy="498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46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05AAF8-7E5D-A7B3-F701-D4D20B7E3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49" t="24897" r="23549" b="14284"/>
          <a:stretch/>
        </p:blipFill>
        <p:spPr>
          <a:xfrm>
            <a:off x="434452" y="988140"/>
            <a:ext cx="8275095" cy="449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0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A7742-2F8B-7001-53C1-0D67225452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87" t="30062" r="35323" b="18587"/>
          <a:stretch/>
        </p:blipFill>
        <p:spPr>
          <a:xfrm>
            <a:off x="619432" y="973393"/>
            <a:ext cx="7905135" cy="44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70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5C4B8A-0FDD-52F5-9F8C-BC7C6C66D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87" t="31783" r="54516" b="19447"/>
          <a:stretch/>
        </p:blipFill>
        <p:spPr>
          <a:xfrm>
            <a:off x="1327356" y="619432"/>
            <a:ext cx="5663380" cy="483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6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42D4E4-6B7C-10B9-6FE8-A6A8BF1FA5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65" t="24324" r="56774" b="19448"/>
          <a:stretch/>
        </p:blipFill>
        <p:spPr>
          <a:xfrm>
            <a:off x="1740310" y="422380"/>
            <a:ext cx="5737122" cy="60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0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123685-E278-2D05-3FCC-C0E1765A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48" t="31209" r="52419" b="12849"/>
          <a:stretch/>
        </p:blipFill>
        <p:spPr>
          <a:xfrm>
            <a:off x="1238864" y="383459"/>
            <a:ext cx="6282813" cy="580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62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</a:t>
            </a:r>
          </a:p>
          <a:p>
            <a:r>
              <a:rPr dirty="0"/>
              <a:t>SVM</a:t>
            </a:r>
          </a:p>
          <a:p>
            <a:r>
              <a:rPr dirty="0"/>
              <a:t>KNN</a:t>
            </a:r>
          </a:p>
          <a:p>
            <a:r>
              <a:rPr dirty="0"/>
              <a:t>Decision Tree</a:t>
            </a:r>
          </a:p>
          <a:p>
            <a:r>
              <a:rPr dirty="0"/>
              <a:t>Random Forest</a:t>
            </a:r>
          </a:p>
          <a:p>
            <a:r>
              <a:rPr dirty="0" err="1"/>
              <a:t>GridSearchCV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Accuracy, Precision, Recall, F1-score</a:t>
            </a:r>
          </a:p>
          <a:p>
            <a:r>
              <a:rPr dirty="0"/>
              <a:t>Random Forest performed best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Forest selected as final model</a:t>
            </a:r>
          </a:p>
          <a:p>
            <a:r>
              <a:rPr dirty="0"/>
              <a:t>Add player stats &amp; team form</a:t>
            </a:r>
          </a:p>
          <a:p>
            <a:r>
              <a:rPr dirty="0"/>
              <a:t>Model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107</Words>
  <Application>Microsoft Office PowerPoint</Application>
  <PresentationFormat>On-screen Show (4:3)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IPL Match Winner Prediction</vt:lpstr>
      <vt:lpstr>Introduction</vt:lpstr>
      <vt:lpstr>Dataset Overview</vt:lpstr>
      <vt:lpstr>Data Cleaning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Modeling Process</vt:lpstr>
      <vt:lpstr>Model Comparison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ashifmuhammed3538@gmail.com</cp:lastModifiedBy>
  <cp:revision>3</cp:revision>
  <dcterms:created xsi:type="dcterms:W3CDTF">2013-01-27T09:14:16Z</dcterms:created>
  <dcterms:modified xsi:type="dcterms:W3CDTF">2026-02-14T03:18:28Z</dcterms:modified>
  <cp:category/>
</cp:coreProperties>
</file>